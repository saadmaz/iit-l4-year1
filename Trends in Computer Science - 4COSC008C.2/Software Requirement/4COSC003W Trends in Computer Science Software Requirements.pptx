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9"/>
    <p:restoredTop sz="94648"/>
  </p:normalViewPr>
  <p:slideViewPr>
    <p:cSldViewPr snapToGrid="0" snapToObjects="1">
      <p:cViewPr varScale="1">
        <p:scale>
          <a:sx n="108" d="100"/>
          <a:sy n="108" d="100"/>
        </p:scale>
        <p:origin x="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14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48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56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40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95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71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30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93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76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92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86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9763C-6C25-3C4D-9250-BB6EB5BCB712}" type="datetimeFigureOut">
              <a:rPr lang="en-GB" smtClean="0"/>
              <a:t>21/01/2024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2E7C-C22D-AE44-84B4-80129E0A48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497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8D58E966-456A-48F4-81B4-C4D0C00206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xmlns="" id="{5523C670-74D7-4ED8-BA51-B6FB655702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54331" y="1756600"/>
            <a:ext cx="1080325" cy="4736395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xmlns="" id="{BAEEE533-7CA5-4134-A14A-8575F66C61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846901" y="1357766"/>
            <a:ext cx="687754" cy="430312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xmlns="" id="{E64B7817-E956-406B-A85B-5AEF36B1F5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848912" y="1135060"/>
            <a:ext cx="409371" cy="416921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xmlns="" id="{92FC9C1F-8CBA-4083-8724-3735C556D8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81691" y="1124043"/>
            <a:ext cx="6477233" cy="39781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5CD45E-725E-3D49-A45F-B8A4130A5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018" y="1445775"/>
            <a:ext cx="6733309" cy="3342435"/>
          </a:xfrm>
        </p:spPr>
        <p:txBody>
          <a:bodyPr anchor="ctr">
            <a:normAutofit/>
          </a:bodyPr>
          <a:lstStyle/>
          <a:p>
            <a:pPr algn="r"/>
            <a:r>
              <a:rPr lang="en-GB" sz="4400" dirty="0" smtClean="0">
                <a:solidFill>
                  <a:srgbClr val="FFFFFF"/>
                </a:solidFill>
              </a:rPr>
              <a:t>4COSC008C </a:t>
            </a:r>
            <a:br>
              <a:rPr lang="en-GB" sz="4400" dirty="0" smtClean="0">
                <a:solidFill>
                  <a:srgbClr val="FFFFFF"/>
                </a:solidFill>
              </a:rPr>
            </a:br>
            <a:r>
              <a:rPr lang="en-GB" sz="4400" dirty="0" smtClean="0">
                <a:solidFill>
                  <a:srgbClr val="FFFFFF"/>
                </a:solidFill>
              </a:rPr>
              <a:t>Trends </a:t>
            </a:r>
            <a:r>
              <a:rPr lang="en-GB" sz="4400" dirty="0">
                <a:solidFill>
                  <a:srgbClr val="FFFFFF"/>
                </a:solidFill>
              </a:rPr>
              <a:t>in Computer Science </a:t>
            </a:r>
            <a:r>
              <a:rPr lang="en-GB" sz="4400" dirty="0" smtClean="0">
                <a:solidFill>
                  <a:srgbClr val="FFFFFF"/>
                </a:solidFill>
              </a:rPr>
              <a:t>2024</a:t>
            </a:r>
            <a:r>
              <a:rPr lang="en-GB" sz="4400" dirty="0">
                <a:solidFill>
                  <a:srgbClr val="FFFFFF"/>
                </a:solidFill>
              </a:rPr>
              <a:t/>
            </a:r>
            <a:br>
              <a:rPr lang="en-GB" sz="4400" dirty="0">
                <a:solidFill>
                  <a:srgbClr val="FFFFFF"/>
                </a:solidFill>
              </a:rPr>
            </a:br>
            <a:r>
              <a:rPr lang="en-GB" sz="4400" dirty="0" smtClean="0">
                <a:solidFill>
                  <a:srgbClr val="FFFFFF"/>
                </a:solidFill>
              </a:rPr>
              <a:t>Face-to-Face </a:t>
            </a:r>
            <a:r>
              <a:rPr lang="en-GB" sz="4400" dirty="0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C772D6C-4A1D-2C43-AC7C-108022EA4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7225" y="1327281"/>
            <a:ext cx="3912497" cy="4177550"/>
          </a:xfrm>
        </p:spPr>
        <p:txBody>
          <a:bodyPr anchor="ctr">
            <a:normAutofit/>
          </a:bodyPr>
          <a:lstStyle/>
          <a:p>
            <a:pPr algn="l"/>
            <a:r>
              <a:rPr lang="en-GB" sz="4800" dirty="0"/>
              <a:t>Software required for the module and for coursework</a:t>
            </a:r>
          </a:p>
        </p:txBody>
      </p:sp>
    </p:spTree>
    <p:extLst>
      <p:ext uri="{BB962C8B-B14F-4D97-AF65-F5344CB8AC3E}">
        <p14:creationId xmlns:p14="http://schemas.microsoft.com/office/powerpoint/2010/main" val="115963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5ABAA0-F9D8-1A4E-8E07-27CACB127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Tools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80B232-E955-D24F-94E7-D01930FE9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This module does not require a specific programming software. </a:t>
            </a:r>
          </a:p>
          <a:p>
            <a:r>
              <a:rPr lang="en-GB" sz="3600" dirty="0"/>
              <a:t>You will need </a:t>
            </a:r>
            <a:r>
              <a:rPr lang="en-GB" sz="3600" dirty="0" err="1"/>
              <a:t>BlackBoard</a:t>
            </a:r>
            <a:r>
              <a:rPr lang="en-GB" sz="3600" dirty="0"/>
              <a:t> Ultra Access, as well as access to Microsoft Office. </a:t>
            </a:r>
          </a:p>
        </p:txBody>
      </p:sp>
    </p:spTree>
    <p:extLst>
      <p:ext uri="{BB962C8B-B14F-4D97-AF65-F5344CB8AC3E}">
        <p14:creationId xmlns:p14="http://schemas.microsoft.com/office/powerpoint/2010/main" val="407324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36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Arial</vt:lpstr>
      <vt:lpstr>Office Theme</vt:lpstr>
      <vt:lpstr>4COSC008C  Trends in Computer Science 2024 Face-to-Face Delivery</vt:lpstr>
      <vt:lpstr>General Tools 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4COSC003W Trends in Computer Science</dc:title>
  <dc:creator>Philip Trwoga</dc:creator>
  <cp:lastModifiedBy>sulochana.r@iit.ac.lk</cp:lastModifiedBy>
  <cp:revision>14</cp:revision>
  <dcterms:created xsi:type="dcterms:W3CDTF">2020-08-24T09:57:53Z</dcterms:created>
  <dcterms:modified xsi:type="dcterms:W3CDTF">2024-01-21T06:14:54Z</dcterms:modified>
</cp:coreProperties>
</file>