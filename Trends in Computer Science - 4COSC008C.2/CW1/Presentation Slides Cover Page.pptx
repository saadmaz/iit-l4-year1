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3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51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08ABA-C699-4117-8DEE-DB51C991A5E0}" type="datetimeFigureOut">
              <a:rPr lang="en-GB" smtClean="0"/>
              <a:t>18/05/2022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4C05D-DC4E-43DF-AE81-B10226C878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5579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08ABA-C699-4117-8DEE-DB51C991A5E0}" type="datetimeFigureOut">
              <a:rPr lang="en-GB" smtClean="0"/>
              <a:t>18/05/2022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4C05D-DC4E-43DF-AE81-B10226C878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1990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08ABA-C699-4117-8DEE-DB51C991A5E0}" type="datetimeFigureOut">
              <a:rPr lang="en-GB" smtClean="0"/>
              <a:t>18/05/2022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4C05D-DC4E-43DF-AE81-B10226C878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97637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08ABA-C699-4117-8DEE-DB51C991A5E0}" type="datetimeFigureOut">
              <a:rPr lang="en-GB" smtClean="0"/>
              <a:t>18/05/2022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4C05D-DC4E-43DF-AE81-B10226C878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7753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08ABA-C699-4117-8DEE-DB51C991A5E0}" type="datetimeFigureOut">
              <a:rPr lang="en-GB" smtClean="0"/>
              <a:t>18/05/2022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4C05D-DC4E-43DF-AE81-B10226C878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6220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08ABA-C699-4117-8DEE-DB51C991A5E0}" type="datetimeFigureOut">
              <a:rPr lang="en-GB" smtClean="0"/>
              <a:t>18/05/2022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4C05D-DC4E-43DF-AE81-B10226C878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1383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08ABA-C699-4117-8DEE-DB51C991A5E0}" type="datetimeFigureOut">
              <a:rPr lang="en-GB" smtClean="0"/>
              <a:t>18/05/2022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4C05D-DC4E-43DF-AE81-B10226C878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8737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08ABA-C699-4117-8DEE-DB51C991A5E0}" type="datetimeFigureOut">
              <a:rPr lang="en-GB" smtClean="0"/>
              <a:t>18/05/2022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4C05D-DC4E-43DF-AE81-B10226C878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7919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08ABA-C699-4117-8DEE-DB51C991A5E0}" type="datetimeFigureOut">
              <a:rPr lang="en-GB" smtClean="0"/>
              <a:t>18/05/2022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4C05D-DC4E-43DF-AE81-B10226C878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4715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08ABA-C699-4117-8DEE-DB51C991A5E0}" type="datetimeFigureOut">
              <a:rPr lang="en-GB" smtClean="0"/>
              <a:t>18/05/2022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4C05D-DC4E-43DF-AE81-B10226C878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52029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08ABA-C699-4117-8DEE-DB51C991A5E0}" type="datetimeFigureOut">
              <a:rPr lang="en-GB" smtClean="0"/>
              <a:t>18/05/2022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4C05D-DC4E-43DF-AE81-B10226C878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7836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B08ABA-C699-4117-8DEE-DB51C991A5E0}" type="datetimeFigureOut">
              <a:rPr lang="en-GB" smtClean="0"/>
              <a:t>18/05/2022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24C05D-DC4E-43DF-AE81-B10226C878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4352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655093"/>
            <a:ext cx="9144000" cy="5691116"/>
          </a:xfrm>
        </p:spPr>
        <p:txBody>
          <a:bodyPr>
            <a:normAutofit fontScale="92500" lnSpcReduction="20000"/>
          </a:bodyPr>
          <a:lstStyle/>
          <a:p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GB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UoW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LOGO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  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&lt;IIT LOGO&gt;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&lt;Module Name&gt;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&lt;Module Code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&lt;Presentation Topic&gt;</a:t>
            </a:r>
          </a:p>
          <a:p>
            <a:endParaRPr lang="en-GB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algn="l"/>
            <a:r>
              <a:rPr lang="en-GB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&lt;Group </a:t>
            </a:r>
            <a:r>
              <a:rPr lang="en-GB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Number</a:t>
            </a:r>
            <a:r>
              <a:rPr lang="en-GB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GB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GB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&lt;Student Full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Name&gt;   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UoW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Number&gt;   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&lt;IIT Number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 &lt;Sub-Topic Number&gt;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</a:p>
          <a:p>
            <a:pPr algn="l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</a:p>
          <a:p>
            <a:pPr algn="l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</a:p>
          <a:p>
            <a:pPr algn="l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34141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20</Words>
  <Application>Microsoft Macintosh PowerPoint</Application>
  <PresentationFormat>Widescreen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Calibri</vt:lpstr>
      <vt:lpstr>Calibri Light</vt:lpstr>
      <vt:lpstr>Times New Roman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15.0029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Niwarthana</dc:creator>
  <cp:lastModifiedBy>sulochana.r@iit.ac.lk</cp:lastModifiedBy>
  <cp:revision>7</cp:revision>
  <dcterms:created xsi:type="dcterms:W3CDTF">2018-03-13T08:44:42Z</dcterms:created>
  <dcterms:modified xsi:type="dcterms:W3CDTF">2022-05-18T14:38:43Z</dcterms:modified>
</cp:coreProperties>
</file>